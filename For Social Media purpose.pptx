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5D7D-2565-4B5B-B61F-B12E852E1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F57BB-0DAA-42D9-B889-03FDFA279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F9F10-C083-4F55-B80A-59E42035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05229-18F6-47E4-A780-3A8FFF7D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CDB9-944B-4C07-ADA8-28A927CAF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46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09E3-FF39-4EE6-9E06-2659AE2D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BFA3E-01A4-48BD-B87D-6E8371E57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91742-B7A4-4DA1-B5B4-8197AE32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693FB-25DD-4A82-B7F3-AEFF2CFF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58E36-9D3F-4AB8-BB0C-97F0E80E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24D4-D10F-4779-AF0B-4D58D3B5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55C99-54BA-4E8A-B1D0-C563DB1B5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9EB6-0807-4B28-87A4-F5EE0942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B1F7-3B3A-4D2C-B7C9-1CDAB07E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33D53-CA1B-4A9D-981F-F4324E3F0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5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B084-447D-4970-9FFF-61541BA0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DB4DD-E816-4F80-9EF9-EE2E96888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9250A-8D08-48BB-910A-E94A34C82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7B37E-5860-4DDA-B105-EA6615516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C36A3-6DD8-441B-A727-A27CD28B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CAD1B-E0A0-4ABF-908F-A78B722C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3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256B-32F4-4981-82B2-8034BFD5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A6EB1-58FD-4B67-9719-6E47F3716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B725D-A04B-48CE-BBF4-D4A4344C0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17B3A-87AA-44C8-94B2-E5B0F6169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52AC0-468E-4D34-A9C3-EE35E844B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F7D66-6716-4D4C-81DC-65ACE618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1220B-AA54-4676-ABB9-00B5580A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E96452-AADC-4C86-AD9A-1F6B58EC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3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B2B0-1A4A-491F-AE24-046E5968F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B715C7-149C-417A-9D30-759E7E22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5C303-274F-46E5-8CD8-864736A5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611DF-09D6-43AB-9220-50021D1A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0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4BECFD-D559-4DEA-B2CA-06003F01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D8169-6091-4204-BEBE-EBB55777B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5CB29-64A8-4798-9534-B2239D82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2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AB823-7E64-4157-9FE4-F3800636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88A31-1ED1-432B-B436-E6DC1E663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6AFE6-C5F4-44D4-B707-E5D76AF9B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D0328-E07A-4670-9F08-6A3ACDB8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1A136-8ECF-4835-BBD5-806E37F0A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C5401-E756-4B57-85F8-E1DBA039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3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70DC-5AA1-47B7-BCDB-2B8231D62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DAFE2C-9200-48CF-AC40-5A7ADC511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901B1-3FD7-4258-ACE7-95D64A8EC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1D964-AF78-4DC6-9788-559C56BC7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A5571-52B0-4C62-9FB9-207DA0F4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79EFF-DA61-43E3-ADAF-49931306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6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9A0E-4D0A-4533-84E6-4F06E229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C14EC-6546-4716-AF64-0ECBD6DCD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AF3F1-872F-4E01-BBFA-A79914F69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BAFD2-5964-42C8-B5E1-C3CD02F0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714E7-7879-47D7-AB87-E1DB045FF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8AFD8-7DDF-4757-BC84-E38C1C41B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4A6E0-9B5B-4664-9367-3294C919E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32A04-AC8D-419F-99C7-CDEE6E71B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BF6D4-CAF4-4D8E-81CD-090CEC1A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C8521-3A30-40DF-9D8D-C0AD8AEB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AF021-6FEF-4EA5-A46F-6D02E73D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ECE68-4DAF-4315-B9F8-AAE6CC6B7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C52CD-D949-4D84-B050-D8282706A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26E35-244C-485C-878D-A937ACD071F2}" type="datetimeFigureOut">
              <a:rPr lang="en-US" smtClean="0"/>
              <a:t>7/24/2021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5EF15-482C-48C1-B92B-7C6619423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E53E-0ECA-4551-8463-80E25C59B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F464F-656E-4CA5-8C52-CCD5F434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72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29113F-540C-4153-B53B-3A9C28917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24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4C64DA41E3B54EA8E1A79869C9C8DC" ma:contentTypeVersion="12" ma:contentTypeDescription="Create a new document." ma:contentTypeScope="" ma:versionID="40101b04412e83e0d1911f965e11d3a6">
  <xsd:schema xmlns:xsd="http://www.w3.org/2001/XMLSchema" xmlns:xs="http://www.w3.org/2001/XMLSchema" xmlns:p="http://schemas.microsoft.com/office/2006/metadata/properties" xmlns:ns3="6bf53bd3-bcb4-4706-885a-0ab2d692bba2" xmlns:ns4="2ca57395-447c-49e2-9020-3d67baa7c986" targetNamespace="http://schemas.microsoft.com/office/2006/metadata/properties" ma:root="true" ma:fieldsID="c919ca361b8c1b288b8b46d506fbcf80" ns3:_="" ns4:_="">
    <xsd:import namespace="6bf53bd3-bcb4-4706-885a-0ab2d692bba2"/>
    <xsd:import namespace="2ca57395-447c-49e2-9020-3d67baa7c98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53bd3-bcb4-4706-885a-0ab2d692b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a57395-447c-49e2-9020-3d67baa7c98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0DEFAA-EC38-4A40-8769-816803D0D0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f53bd3-bcb4-4706-885a-0ab2d692bba2"/>
    <ds:schemaRef ds:uri="2ca57395-447c-49e2-9020-3d67baa7c9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910671-712B-4789-A7F2-03A6374BE5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6C2574-E69E-4601-83C2-2978BB3F4CFC}">
  <ds:schemaRefs>
    <ds:schemaRef ds:uri="http://purl.org/dc/terms/"/>
    <ds:schemaRef ds:uri="http://schemas.openxmlformats.org/package/2006/metadata/core-properties"/>
    <ds:schemaRef ds:uri="6bf53bd3-bcb4-4706-885a-0ab2d692bba2"/>
    <ds:schemaRef ds:uri="http://schemas.microsoft.com/office/2006/documentManagement/types"/>
    <ds:schemaRef ds:uri="http://schemas.microsoft.com/office/infopath/2007/PartnerControls"/>
    <ds:schemaRef ds:uri="2ca57395-447c-49e2-9020-3d67baa7c986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Divya S</dc:creator>
  <cp:lastModifiedBy>Divya S</cp:lastModifiedBy>
  <cp:revision>1</cp:revision>
  <dcterms:created xsi:type="dcterms:W3CDTF">2021-07-23T18:43:37Z</dcterms:created>
  <dcterms:modified xsi:type="dcterms:W3CDTF">2021-07-23T18:44:16Z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0x010100124C64DA41E3B54EA8E1A79869C9C8DC</vt:lpwstr>
  </property>
</Properties>
</file>